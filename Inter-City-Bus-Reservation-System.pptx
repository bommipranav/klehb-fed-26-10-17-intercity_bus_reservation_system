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Roboto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194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Inter-City Bus Reservation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7937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Java-based console application for managing inter-city bus seat reservations across multiple routes — built for reliability, clarity, and ease of use.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130028"/>
            <a:ext cx="1147833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Java project for academic purposes / course submission.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256907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807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40449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KLEHB-FED-26-10-17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9807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0449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Rajesh 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04524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435362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4860131"/>
            <a:ext cx="10868745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Harshith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Pranav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46486"/>
            <a:ext cx="836988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2096095"/>
            <a:ext cx="124814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3639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12876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Inter-City Bus Reservation System is a menu-driven Java application for managing inter-city bus bookings from seat selection to ticket generation.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579416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Built in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Java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with a console-based interface for simple, structured user input.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Supports route selection, schedule viewing, seat booking, and confirmed ticket generation.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Manages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60-seat buses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with real-time seat availability tracking.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Designed for clear, reliable booking across multiple inter-city routes with OTP-based security for bookings.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91766"/>
            <a:ext cx="1141483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641376"/>
            <a:ext cx="155263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9092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67404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uses a menu-driven console interface built around a single main class. User requests move through a simple booking flow from route selection to final ticket generation.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389313"/>
            <a:ext cx="10868745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InterCityBusRef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is the main entry point and central controller.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60-element boolean array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tracks seat availability for each bus.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console menu guides users through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route → date → bus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selection.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uses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switch-case statements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menu navigation and a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while loop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seat booking.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Customers then choose seats, enter details, and complete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OTP verification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After confirmation, the system generates the final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ticket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42231"/>
            <a:ext cx="1202501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391841"/>
            <a:ext cx="161365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FUNCTION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5973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Function 1: printSeatMap()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2450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printSeatMap()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shows the bus seats in a simple grid so customers can quickly see which seats are available and which are already booked. The grid format makes it easy for customers to find available seats quickly.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139777"/>
            <a:ext cx="5470785" cy="2375991"/>
          </a:xfrm>
          <a:prstGeom prst="roundRect">
            <a:avLst>
              <a:gd name="adj" fmla="val 5012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30507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Simple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3728839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Takes the seat status array as input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Displays seats in a 4-column grid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Shows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seat numbers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available seats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Shows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'X'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booked seats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30507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When It Is Used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3904" y="3749576"/>
            <a:ext cx="2533686" cy="15801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64446" y="3933924"/>
            <a:ext cx="20888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Before Seat Selection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64446" y="4616152"/>
            <a:ext cx="208880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Shown before the customer chooses a seat.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2884" y="3749576"/>
            <a:ext cx="2533686" cy="15801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63426" y="3933924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After Each Booking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263426" y="4357688"/>
            <a:ext cx="208880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Updated after every confirmed booking.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85255"/>
            <a:ext cx="1202501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934865"/>
            <a:ext cx="161365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FUNCTION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2027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Function 2: printTicket()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96753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printTicket()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function generates the final e-ticket for the customer after the booking is confirmed.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418185"/>
            <a:ext cx="10868745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Includes the customer name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Includes the route, travel date, and bus details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Includes the booked seat numbers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Called after OTP verification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Formatted with Kaveri Travels company branding for a professional look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0581"/>
            <a:ext cx="826670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2160191"/>
            <a:ext cx="12378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2808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Route Selection Module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192859"/>
            <a:ext cx="10868745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selects one of 5 routes: Hyderabad → Vizag, Mumbai, Goa, Warangal, or Pune.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validates the choice to make sure it matches a valid route number.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If the selection is valid, the chosen route is stored for later use in the booking flow.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If the selection is invalid, the program terminates with an error message.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selected route is then passed forward to the ticket generation step.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23033"/>
            <a:ext cx="1045938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772642"/>
            <a:ext cx="145709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MODULE 2 &amp;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0405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Date and Bus Selection Modules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80531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After route selection, the user chooses a travel date and then selects a bus. The system stores both choices for later use in ticket generation.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255963"/>
            <a:ext cx="5470785" cy="1878905"/>
          </a:xfrm>
          <a:prstGeom prst="roundRect">
            <a:avLst>
              <a:gd name="adj" fmla="val 6338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42126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Date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3845024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Select from 5 travel dates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Enter a number from 1 to 5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chosen date is stored as a string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Includes input validation to prevent errors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42126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 Selection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845024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Morning Express: 08:00 AM to 08:00 PM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Evening Express: 09:00 PM to 09:00 AM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chosen bus times are stored for the ticket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Includes input validation to prevent errors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7288"/>
            <a:ext cx="661177" cy="201116"/>
          </a:xfrm>
          <a:prstGeom prst="roundRect">
            <a:avLst>
              <a:gd name="adj" fmla="val 22105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726976"/>
            <a:ext cx="111201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3067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Seat Booking Logic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02866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seat booking module lets the customer choose one seat at a time. It follows a simple loop: pick a seat, check availability, confirm booking, and repeat until the customer stops.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227" y="1812429"/>
            <a:ext cx="5463542" cy="4358184"/>
          </a:xfrm>
          <a:prstGeom prst="roundRect">
            <a:avLst>
              <a:gd name="adj" fmla="val 2186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698483" y="1918196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Booking Process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376" y="2243931"/>
            <a:ext cx="4159146" cy="19035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03030" y="3544998"/>
            <a:ext cx="780832" cy="451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Book Another or Stop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18967" y="3620208"/>
            <a:ext cx="780832" cy="30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Confirm &amp; Book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40253" y="3620208"/>
            <a:ext cx="780832" cy="30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 Availability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40146" y="3695419"/>
            <a:ext cx="780832" cy="150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Pick Seat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63523" y="1918196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Simple Loop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523" y="224393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66936" y="2289373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1. Pick a seat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66936" y="2601813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customer enters a seat number.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523" y="3003947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66936" y="3049389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2. Check if it is available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66936" y="3361829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checks whether the seat is already booked and prevents double-booking by checking the boolean array before confirming each seat.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523" y="395446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66936" y="3999905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 Book and confirm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66936" y="4312345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If the seat is free, it is marked as booked and confirmed.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523" y="471447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66936" y="4759920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4. Repeat or stop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66936" y="5072360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customer can book another seat or end the loop by choosing to stop.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63523" y="538192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Multi-Seat &amp; Termination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63523" y="5694363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Booked seat numbers are saved together for the ticket. If the customer stops without booking, the program ends with a thank-you message.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53369"/>
            <a:ext cx="826670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602978"/>
            <a:ext cx="123782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8708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Verification Module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63564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Before a ticket is generated, the system collects customer details and checks an OTP for verification.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08629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8830" y="3143151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Enter Details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3500834"/>
            <a:ext cx="29477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asks for the customer name and phone number.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3213" y="308629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0568" y="3143151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Send OTP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0568" y="3500834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 OTP is sent to the customer’s phone number. For testing purposes, the demo OTP is 1234.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5050" y="308629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82406" y="3143151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Enter OTP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2406" y="3500834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customer enters the OTP to verify the booking.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62538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8830" y="4682232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Confirm Booking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8830" y="5039916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booking is confirmed only if the OTP matches.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1564"/>
            <a:ext cx="836691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51173"/>
            <a:ext cx="124784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190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Workflow Summary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83842"/>
            <a:ext cx="10868745" cy="2521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Welcome &amp; route selection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Pick date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Pick bus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Book seats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Enter customer details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Verify OTP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 ticket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8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 confirmation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51917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step validates input before moving to the next step.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2026-09-22T04:09:57Z</dcterms:created>
  <dcterms:modified xsi:type="dcterms:W3CDTF">2026-09-22T04:09:57Z</dcterms:modified>
</cp:coreProperties>
</file>